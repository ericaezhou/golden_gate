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Standard quarterly update. Model outputs from loss_forecast_model.py, adjustments in Q3_2024_forecast.xlsx. Methodology in model_methodology.docx.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CFO asked about adjustment methodology last quarter. Need to document the overlay criteria. See model_methodology.docx Sections 4-5 (currently incomplete). Source: Q3_2024_forecast.xlsx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Don't mention the 4-quarter shortcut to the board. Policy says 12 quarters but the difference is minimal in current conditions. If asked about methodology, refer to model_methodology.docx. The board deck numbers are based on the 4-quarter baseline from loss_forecast_model.py.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Board notification threshold still not formally approved. Operating on verbal guidance from CFO (~$10M). Should formalize before Alice's transition. See escalation_thresholds table in portfolio_risk.db — the board row is NULL.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transition planning bullet was added at CFO's request. Priority is getting overlay methodology documented before Alice's last day. Marcus has been shadowing for 2 months but hasn't run overlays independently. See stress_testing.ipynb for scenario analysis approach.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Q3 2024 Credit Risk Update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Board Risk Committee</a:t>
            </a:r>
          </a:p>
          <a:p>
            <a:r>
              <a:t>Prepared by Alice Chen, Risk Analyst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Portfolio Loss Forecast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828800"/>
          <a:ext cx="100584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011680"/>
                <a:gridCol w="2011680"/>
              </a:tblGrid>
              <a:tr h="533400">
                <a:tc>
                  <a:txBody>
                    <a:bodyPr/>
                    <a:lstStyle/>
                    <a:p>
                      <a:r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Model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Adjusted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Reserve Impact ($M)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Overlay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t>Prime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$3.3M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0.0%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t>Near Prime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$5.2M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+1.2%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t>Subprime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$5.9M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+3.1%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t>Deep Subprime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26.6%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$3.2M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+4.5%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$17.6M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Macroeconomic Environment &amp; Adjustments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Macroeconomic factors considered:</a:t>
            </a:r>
          </a:p>
          <a:p>
            <a:pPr lvl="1"/>
            <a:r>
              <a:t>GDP growth trending down (1.6% → 0.8% over 2024)</a:t>
            </a:r>
          </a:p>
          <a:p>
            <a:pPr lvl="1"/>
            <a:r>
              <a:t>Unemployment rising (3.9% → 4.5%)</a:t>
            </a:r>
          </a:p>
          <a:p>
            <a:pPr lvl="1"/>
            <a:r>
              <a:t>Fed rate easing cycle beginning (5.25% → 4.75%)</a:t>
            </a:r>
          </a:p>
          <a:p>
            <a:pPr lvl="1"/>
            <a:r>
              <a:t>Consumer sentiment declining (67.4 → 61.1)</a:t>
            </a:r>
          </a:p>
          <a:p>
            <a:br/>
            <a:r>
              <a:t>Overlays reflect analyst judgment based on these indicators.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Escalation &amp; Governance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Current escalation framework:</a:t>
            </a:r>
          </a:p>
          <a:p>
            <a:pPr lvl="1"/>
            <a:r>
              <a:t>&lt; $2M impact: Analyst sign-off (routine)</a:t>
            </a:r>
          </a:p>
          <a:p>
            <a:pPr lvl="1"/>
            <a:r>
              <a:t>$2M - $5M impact: Risk Committee review</a:t>
            </a:r>
          </a:p>
          <a:p>
            <a:pPr lvl="1"/>
            <a:r>
              <a:t>&gt; $5M impact: CFO approval required</a:t>
            </a:r>
          </a:p>
          <a:p>
            <a:pPr lvl="1"/>
            <a:r>
              <a:t>Board notification threshold: Under review</a:t>
            </a:r>
          </a:p>
          <a:p>
            <a:br/>
            <a:r>
              <a:t>All overlays reviewed at weekly Risk Committee sync.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 &amp; 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action items:</a:t>
            </a:r>
          </a:p>
          <a:p>
            <a:pPr lvl="1"/>
            <a:r>
              <a:t>Model recalibration scheduled for Q1 2025</a:t>
            </a:r>
          </a:p>
          <a:p>
            <a:pPr lvl="1"/>
            <a:r>
              <a:t>Document overlay decision criteria (model_methodology.docx Sections 4-5)</a:t>
            </a:r>
          </a:p>
          <a:p>
            <a:pPr lvl="1"/>
            <a:r>
              <a:t>Formalize board notification threshold in policy</a:t>
            </a:r>
          </a:p>
          <a:p>
            <a:pPr lvl="1"/>
            <a:r>
              <a:t>Transition planning: train Marcus Park as backup analyst</a:t>
            </a:r>
          </a:p>
          <a:p>
            <a:pPr lvl="1"/>
            <a:r>
              <a:t>Reconcile legacy vs. policy-compliant parameter differences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