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Q3 2026Q1 Portfolio Risk Forecast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Prepared by Alice Chen • Board Risk Committee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 (Draft)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Projected 12-month default rate: 5.8%</a:t>
            </a:r>
          </a:p>
          <a:p>
            <a:pPr/>
            <a:r>
              <a:t>CET1 ratio (base): 12.4%</a:t>
            </a:r>
          </a:p>
          <a:p>
            <a:pPr/>
            <a:r>
              <a:t>CET1 ratio (stress): 12.1%</a:t>
            </a:r>
          </a:p>
          <a:p>
            <a:pPr/>
            <a:r>
              <a:t>Recommendation: No escalation required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Assumptions (Legacy)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Forecast window: 4 quarters (legacy shortcut)</a:t>
            </a:r>
          </a:p>
          <a:p>
            <a:pPr/>
            <a:r>
              <a:t>Macro overlay: not applied</a:t>
            </a:r>
          </a:p>
          <a:p>
            <a:pPr/>
            <a:r>
              <a:t>Stress PD multiplier: 1.10</a:t>
            </a:r>
          </a:p>
          <a:p>
            <a:pPr/>
            <a:r>
              <a:t>Discount rate: 10.5%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